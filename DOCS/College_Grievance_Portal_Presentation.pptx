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UTHINARAYAN AMUDA" userId="59870a434eafc5f9" providerId="LiveId" clId="{7DE136E7-0005-42FD-81E7-F7E677B6C857}"/>
    <pc:docChg chg="custSel delSld modSld">
      <pc:chgData name="SHRUTHINARAYAN AMUDA" userId="59870a434eafc5f9" providerId="LiveId" clId="{7DE136E7-0005-42FD-81E7-F7E677B6C857}" dt="2026-07-16T04:28:25.998" v="5" actId="47"/>
      <pc:docMkLst>
        <pc:docMk/>
      </pc:docMkLst>
      <pc:sldChg chg="delSp mod">
        <pc:chgData name="SHRUTHINARAYAN AMUDA" userId="59870a434eafc5f9" providerId="LiveId" clId="{7DE136E7-0005-42FD-81E7-F7E677B6C857}" dt="2026-07-16T04:25:10.116" v="4" actId="478"/>
        <pc:sldMkLst>
          <pc:docMk/>
          <pc:sldMk cId="0" sldId="256"/>
        </pc:sldMkLst>
        <pc:spChg chg="del">
          <ac:chgData name="SHRUTHINARAYAN AMUDA" userId="59870a434eafc5f9" providerId="LiveId" clId="{7DE136E7-0005-42FD-81E7-F7E677B6C857}" dt="2026-07-16T04:25:05.292" v="2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HRUTHINARAYAN AMUDA" userId="59870a434eafc5f9" providerId="LiveId" clId="{7DE136E7-0005-42FD-81E7-F7E677B6C857}" dt="2026-07-16T04:25:07.848" v="3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HRUTHINARAYAN AMUDA" userId="59870a434eafc5f9" providerId="LiveId" clId="{7DE136E7-0005-42FD-81E7-F7E677B6C857}" dt="2026-07-16T04:25:10.116" v="4" actId="478"/>
          <ac:spMkLst>
            <pc:docMk/>
            <pc:sldMk cId="0" sldId="256"/>
            <ac:spMk id="4" creationId="{00000000-0000-0000-0000-000000000000}"/>
          </ac:spMkLst>
        </pc:spChg>
      </pc:sldChg>
      <pc:sldChg chg="delSp del mod">
        <pc:chgData name="SHRUTHINARAYAN AMUDA" userId="59870a434eafc5f9" providerId="LiveId" clId="{7DE136E7-0005-42FD-81E7-F7E677B6C857}" dt="2026-07-16T04:28:25.998" v="5" actId="47"/>
        <pc:sldMkLst>
          <pc:docMk/>
          <pc:sldMk cId="0" sldId="265"/>
        </pc:sldMkLst>
        <pc:spChg chg="del">
          <ac:chgData name="SHRUTHINARAYAN AMUDA" userId="59870a434eafc5f9" providerId="LiveId" clId="{7DE136E7-0005-42FD-81E7-F7E677B6C857}" dt="2026-07-16T04:24:54.163" v="0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SHRUTHINARAYAN AMUDA" userId="59870a434eafc5f9" providerId="LiveId" clId="{7DE136E7-0005-42FD-81E7-F7E677B6C857}" dt="2026-07-16T04:24:56.549" v="1" actId="478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282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SECOND-YEAR ENGINEERING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Complaint &amp; Grievance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Redressal Portal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 Web Application for College Management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9019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45720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0" y="45720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4572000"/>
            <a:ext cx="71323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0" y="457200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4572000"/>
            <a:ext cx="309067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0" y="45720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ROLE_STUDENT / ROLE_ADMIN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 ·  Slate Gray  ·  Clean White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Project?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Digitized, Secure Redressal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762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 suggestion boxes with a secure, digitized grievance redressal system for the entire college.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3200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Communication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59359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direct, transparent channel between students and college administration — no lost paperwork, no silence.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617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Core Roles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501091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submits and tracks grievances. Admin: assigns staff and drives cases to resolution.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383280" cy="4206240"/>
          </a:xfrm>
          <a:prstGeom prst="roundRect">
            <a:avLst>
              <a:gd name="adj" fmla="val 3243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75320" y="210312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75320" y="2103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Portal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75320" y="2834640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458200" y="3026664"/>
            <a:ext cx="182880" cy="18288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778240" y="28346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3547872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458200" y="3739896"/>
            <a:ext cx="182880" cy="18288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778240" y="35478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75320" y="4261104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458200" y="4453128"/>
            <a:ext cx="182880" cy="182880"/>
          </a:xfrm>
          <a:prstGeom prst="ellipse">
            <a:avLst/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0" y="42611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75320" y="5486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tracking, visible to every student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DO?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and authentication flow for every student account.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130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Categorized Complaints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categorized by area — Hostel, Academics, Library, Transport, Others — and prioritized Low, Medium, or High.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16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Status Tracking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292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Assigned, and Resolved states stay visible to students in real time.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1605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101600" dist="381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416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Case Management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502920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panels for staff allocation and end-to-end case resolution.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DO THIS?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Decoupled Three-Tier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828800" y="1874520"/>
            <a:ext cx="8503920" cy="932688"/>
          </a:xfrm>
          <a:prstGeom prst="roundRect">
            <a:avLst>
              <a:gd name="adj" fmla="val 7843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148840" y="187452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97680" y="1874520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React application powered by Vite, styled with Tailwind CSS.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97880" y="28072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008376"/>
            <a:ext cx="8503920" cy="932688"/>
          </a:xfrm>
          <a:prstGeom prst="roundRect">
            <a:avLst>
              <a:gd name="adj" fmla="val 7843"/>
            </a:avLst>
          </a:prstGeom>
          <a:solidFill>
            <a:srgbClr val="0B4A9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48840" y="3008376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97680" y="3008376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security context managed by Spring Security and a custom JWT filter.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97880" y="39410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4142232"/>
            <a:ext cx="8503920" cy="932688"/>
          </a:xfrm>
          <a:prstGeom prst="roundRect">
            <a:avLst>
              <a:gd name="adj" fmla="val 7843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48840" y="414223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97680" y="4142232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REST API exposing secure controller endpoints.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97880" y="50749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5276088"/>
            <a:ext cx="8503920" cy="932688"/>
          </a:xfrm>
          <a:prstGeom prst="roundRect">
            <a:avLst>
              <a:gd name="adj" fmla="val 7843"/>
            </a:avLst>
          </a:prstGeom>
          <a:solidFill>
            <a:srgbClr val="0A25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148840" y="5276088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297680" y="5276088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managed by Spring Data JPA, with Hibernate ORM auto-schema.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4297680" cy="73152"/>
          </a:xfrm>
          <a:prstGeom prst="rect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96312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03804" y="24963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916936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03804" y="2916936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003804" y="3337560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758184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3804" y="3758184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4178808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03804" y="4178808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9480" y="1920240"/>
            <a:ext cx="429768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269480" y="1920240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269480" y="2350008"/>
            <a:ext cx="4297680" cy="73152"/>
          </a:xfrm>
          <a:prstGeom prst="rect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9808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0" y="2496312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33204" y="24963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2916936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description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33204" y="2916936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3337560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33204" y="3337560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3758184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33204" y="3758184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4178808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633204" y="4178808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4599432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assigned_staff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633204" y="459943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0" y="5020056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33204" y="5020056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5440680"/>
            <a:ext cx="23637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33204" y="5440680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users.id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37760" y="2834640"/>
            <a:ext cx="233172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37760" y="2450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37760" y="2907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user_id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can file multiple complaints — a classic one-to-many relationship.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LEGACY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Overcoming Errors: Client-Side State Sync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384048" cy="384048"/>
          </a:xfrm>
          <a:prstGeom prst="ellipse">
            <a:avLst/>
          </a:prstGeom>
          <a:solidFill>
            <a:srgbClr val="B34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48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2304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 Cached Session 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data in browser local storage cached old usernames (e.g. "Madhavan") even with no valid auth token, showing contradictory UI states.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4460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19672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19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0482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client-side token checks — if the JWT token is missing, cached files are instantly wiped, keeping the UI consistent with reality.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96112" y="4050792"/>
            <a:ext cx="384048" cy="384048"/>
          </a:xfrm>
          <a:prstGeom prst="ellipse">
            <a:avLst/>
          </a:prstGeom>
          <a:solidFill>
            <a:srgbClr val="B34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611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014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 Didn't Update Live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links failed to update dynamically after login or logout, requiring manual page refreshes to reflect the correct state.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411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19672" y="4050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1967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0142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React Router's useLocation hook in the Navbar, forcing re-evaluation of user credentials on every route transition.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LEGACY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Overcoming Errors: Compilation &amp; DB Seeding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96112" y="2084832"/>
            <a:ext cx="384048" cy="384048"/>
          </a:xfrm>
          <a:prstGeom prst="ellipse">
            <a:avLst/>
          </a:prstGeom>
          <a:solidFill>
            <a:srgbClr val="B34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482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2304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Lombok Broke the Build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Lombok's compiler annotation-processor errors broke automatic getters and setters, causing backend build crashes.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4460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19672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19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04825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Lombok entirely and refactored entities with standard Java getters, setters, and constructors for pure compile-time reliability.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96112" y="4050792"/>
            <a:ext cx="384048" cy="384048"/>
          </a:xfrm>
          <a:prstGeom prst="ellipse">
            <a:avLst/>
          </a:prstGeom>
          <a:solidFill>
            <a:srgbClr val="B34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611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014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B3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4270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Database Seeds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had incorrect password hashes, locking out seeded accounts and causing registration collisions on startup.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44119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19672" y="405079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1967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0142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43434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Re-generated seeds with correct BCrypt hashes and added an admin credentials sync in the backend at application startup.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Output: Student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470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Landing Page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overview on the left, integrated student sign-in form on the right.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8712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Stat Cards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1912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for Total, Pending, Assigned, and Resolved complaints.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457200" cy="45720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953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Submission Form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1538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file complaints with category and priority configuration.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946904"/>
            <a:ext cx="457200" cy="457200"/>
          </a:xfrm>
          <a:prstGeom prst="ellipse">
            <a:avLst/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946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9194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Tracking Table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2395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and status badges, with a details modal for every case.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40880" y="1938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62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4088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89720" y="18288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372600" y="1938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37260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10896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04088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04088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310896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372600" y="3218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37260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4526280"/>
            <a:ext cx="4434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040880" y="46360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Complaints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5029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— Water leakage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49840" y="506577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149840" y="50657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5486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— Late fine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0149840" y="552297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0149840" y="552297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Output: Admin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892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Master 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23113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view of every submitted student grievance across the college.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127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Multi-Category Filters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46557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master list by Category, Priority, and Status at once.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361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Allocation Modal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70001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staff names (e.g. Electrician, Plumber) and update progress to Resolved.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828800"/>
            <a:ext cx="4617720" cy="4114800"/>
          </a:xfrm>
          <a:prstGeom prst="roundRect">
            <a:avLst>
              <a:gd name="adj" fmla="val 1778"/>
            </a:avLst>
          </a:prstGeom>
          <a:solidFill>
            <a:srgbClr val="F0F4F9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0" y="20116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Master 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237744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47888" y="237744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47888" y="237744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363456" y="2377440"/>
            <a:ext cx="81381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6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363456" y="237744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6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292608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269480" y="29992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leakage — Hostel 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329184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69480" y="3291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3291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2320" y="379476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69480" y="38679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fault — Room 204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269480" y="416052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0F62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269480" y="4160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0" y="41605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32320" y="466344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269480" y="473659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fine dispute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269480" y="50292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7269480" y="50292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0" y="50292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773</Words>
  <Application>Microsoft Office PowerPoint</Application>
  <PresentationFormat>Widescreen</PresentationFormat>
  <Paragraphs>189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SHRUTHINARAYAN AMUDA</cp:lastModifiedBy>
  <cp:revision>1</cp:revision>
  <dcterms:created xsi:type="dcterms:W3CDTF">2026-07-16T04:21:54Z</dcterms:created>
  <dcterms:modified xsi:type="dcterms:W3CDTF">2026-07-16T04:28:36Z</dcterms:modified>
</cp:coreProperties>
</file>